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TCS Internal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D9488"/>
                </a:solidFill>
              </a:rPr>
              <a:t>AI FRIDAY  ·  SEASON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IT Anomaly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</a:rPr>
              <a:t>Explanation Tool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B4C8"/>
                </a:solidFill>
              </a:rPr>
              <a:t>Powered by Claude AI  ·  Faster Incident Resolution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10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Problem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14300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17320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Alarms Go Off…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22860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Your monitoring system detects something wrong — CPU spike, slow response, errors rising.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9768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3756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…But No Explanation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383280" y="22860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tool just says "Anomaly Detected." It doesn't tell you WHY it happened or what to fix.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80760" y="1143000"/>
            <a:ext cx="2697480" cy="34747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78040" y="10058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217920" y="1691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Team Wastes Time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63640" y="2286000"/>
            <a:ext cx="2331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Engineers spend hours digging through logs and dashboards trying to figure out the root cause manually.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371600" y="4663440"/>
            <a:ext cx="6400800" cy="365760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Result: Incidents take much longer to resolve, and service is impacted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Our Solution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An AI-powered dashboard that automatically explains WHY an anomaly happened — in plain English.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20040" y="2423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560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Detects Anomalies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0584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Monitors CPU, memory, response time, error rates in real-time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2423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7432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25603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Claude AI Explains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39496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Uses Claude API to generate a plain-language explanation of the root cause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20040" y="37033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2336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840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Filter &amp; Explore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0584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Filter by severity, time range, or service. Drill down into any anomaly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709160" y="37033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02336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94960" y="38404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Feedback Loop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39496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Engineers rate explanations. AI learns and improves over time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B4C8"/>
                </a:solidFill>
              </a:rPr>
              <a:t>(Simple 4-Step Flow)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29968" cy="3657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96012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4A"/>
                </a:solidFill>
              </a:rPr>
              <a:t>Data Comes 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Metrics like CPU %, response time, and error counts stream in from your monitoring tools (every few seconds).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304288" y="2834640"/>
            <a:ext cx="146304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051560"/>
            <a:ext cx="2029968" cy="3657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960120"/>
            <a:ext cx="685800" cy="6858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7248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4A"/>
                </a:solidFill>
              </a:rPr>
              <a:t>AI Spots the Anomaly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60320" y="24688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Our system compares current values to normal patterns. If something looks unusual, it flags it automatically.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80560" y="2834640"/>
            <a:ext cx="146304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051560"/>
            <a:ext cx="2029968" cy="3657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96012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36592" y="1828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4A"/>
                </a:solidFill>
              </a:rPr>
              <a:t>Claude Explains It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36592" y="24688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anomaly data is sent to Claude (Anthropic's AI). Claude reads the data and writes a plain-English explanation.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56832" y="2834640"/>
            <a:ext cx="146304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051560"/>
            <a:ext cx="2029968" cy="36576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9792" y="960120"/>
            <a:ext cx="685800" cy="6858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960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12864" y="182880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4A"/>
                </a:solidFill>
              </a:rPr>
              <a:t>You See the Dashboard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12864" y="2468880"/>
            <a:ext cx="18105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Engineers open the dashboard, see the anomaly, read the explanation, and resolve the issue — fast.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We're Building With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CFBF1"/>
                </a:solidFill>
              </a:rPr>
              <a:t>(Tech Stack — No Jargon)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6187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Brain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Claude API (Anthropic)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5544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 send it anomaly data, it sends back a human-readable explanation. No AI training needed — we just use it like a very smart assistant.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03704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03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Anomaly Detector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130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Python + Isolation Forest / Z-Score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11680" y="249631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Math that compares current readings to historical patterns and raises an alert when something is unusual.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45536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4553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UI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072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React (web app)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43814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screen engineers see — a timeline of anomalies, filter controls, and the AI explanation panel.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22776"/>
            <a:ext cx="8412480" cy="841248"/>
          </a:xfrm>
          <a:prstGeom prst="roundRect">
            <a:avLst>
              <a:gd name="adj" fmla="val 8696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8736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873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401421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Time-series metrics + monitoring APIs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11680" y="437997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CPU %, memory, latency, error rates — the raw numbers that feed into everything above.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 — What We Use &amp; How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0116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109728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14300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43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data do we need?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CPU usage, memory, response time, error rates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Historical logs so AI knows what's 'normal'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Anomaly labels from your existing monitoring tools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14300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1143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do we keep it safe?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83280" y="178308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Use synthetic (fake but realistic) data for testing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Anonymize real data before feeding to 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No personal customer data is used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80760" y="109728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1143000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1430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How do we keep it accurate?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178308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Normalize data (put all numbers on same scale)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Run correlation analysis (which metrics move together?)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Focus on recent events — historical data supports context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Does Success Look Like?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777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B4C8"/>
                </a:solidFill>
              </a:rPr>
              <a:t>The goals we're aiming for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162840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D9488"/>
                </a:solidFill>
              </a:rPr>
              <a:t>85%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Explanation Accuracy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0B4C8"/>
                </a:solidFill>
              </a:rPr>
              <a:t>At least 85 out of 100 AI explanations are rated as correct or useful by engineers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937760" y="1234440"/>
            <a:ext cx="3840480" cy="2560320"/>
          </a:xfrm>
          <a:prstGeom prst="roundRect">
            <a:avLst>
              <a:gd name="adj" fmla="val 5357"/>
            </a:avLst>
          </a:prstGeom>
          <a:solidFill>
            <a:srgbClr val="16284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17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</a:rPr>
              <a:t>30%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512064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Faster Incident Resolution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880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0B4C8"/>
                </a:solidFill>
              </a:rPr>
              <a:t>Mean Time To Resolve (MTTR) drops by 30% — incidents that used to take 60 min now take ~42 min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0" y="3977640"/>
            <a:ext cx="6949440" cy="731520"/>
          </a:xfrm>
          <a:prstGeom prst="roundRect">
            <a:avLst>
              <a:gd name="adj" fmla="val 12500"/>
            </a:avLst>
          </a:prstGeom>
          <a:solidFill>
            <a:srgbClr val="0F1E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7764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BF1"/>
                </a:solidFill>
              </a:rPr>
              <a:t>Live Demo: Real-time anomaly detection + Claude AI explanation + interactive exploration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Claude AI?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0116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09728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How We Use Claude API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17190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Anomaly is detected (e.g. CPU at 98%)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28600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2267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We package the metrics + context into a prompt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283464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14400" y="281635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We call Claude API: "Explain this anomaly"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338328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4400" y="3364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Claude responds in plain English within seconds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393192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14400" y="3913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Response is shown on the engineer's dashboard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754880" y="109728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98448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49240" y="1170432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No Training Needed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349240" y="151790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 don't need to train a custom AI model. Claude already understands IT metrics and log patterns.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754880" y="201168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12848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349240" y="2084832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Plain English Output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349240" y="243230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Claude is built to communicate clearly — perfect for writing explanations non-experts can understand.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754880" y="292608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27248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349240" y="2999232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Combines Context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349240" y="334670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Claude can read multiple inputs at once — metrics, logs, and historical baselines — to give holistic explanations.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754880" y="384048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041648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349240" y="3913632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Easy Integration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349240" y="4261104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single API call. Plug it into any existing monitoring platform with minimal effort.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Our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B4C8"/>
                </a:solidFill>
              </a:rPr>
              <a:t>How the team will build this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0116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51560"/>
            <a:ext cx="2029968" cy="374904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15568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1155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544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4A"/>
                </a:solidFill>
              </a:rPr>
              <a:t>Build the Data Pipeline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84048" y="2240280"/>
            <a:ext cx="181051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Generate synthetic time-series data (CPU, memory, latency)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Label anomalies using Isolation Forest algorithm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Set up API connections to monitoring systems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50592" y="1051560"/>
            <a:ext cx="2029968" cy="374904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42032" y="1115568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42032" y="11155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60320" y="15544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4A"/>
                </a:solidFill>
              </a:rPr>
              <a:t>Integrate Claude AI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560320" y="2240280"/>
            <a:ext cx="181051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Write prompt templates for anomaly explanation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Call Claude API with anomaly + context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Parse and display AI response in dashboard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26864" y="1051560"/>
            <a:ext cx="2029968" cy="374904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18304" y="1115568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18304" y="11155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36592" y="15544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4A"/>
                </a:solidFill>
              </a:rPr>
              <a:t>Build the Dashboard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736592" y="2240280"/>
            <a:ext cx="181051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React-based UI with anomaly timeline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Filter by severity, time, service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Explanation panel with feedback buttons (👍/👎)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03136" y="1051560"/>
            <a:ext cx="2029968" cy="374904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894576" y="1115568"/>
            <a:ext cx="1847088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94576" y="111556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912864" y="15544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4A"/>
                </a:solidFill>
              </a:rPr>
              <a:t>Test &amp; Demo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912864" y="2240280"/>
            <a:ext cx="181051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Test with synthetic anomaly scenarios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Measure explanation accuracy (target: 85%)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Live demo walkthrough for judges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5029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From "Something Broke"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to "Here's Why — and How to Fix It"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0B4C8"/>
                </a:solidFill>
              </a:rPr>
              <a:t>We're using Claude AI to turn raw anomaly data into actionable explanations 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A0B4C8"/>
                </a:solidFill>
              </a:rPr>
              <a:t>so engineers spend less time guessing and more time solving.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926080" y="3931920"/>
            <a:ext cx="329184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Friday Season 2 - Anomaly Explanation Tool</dc:title>
  <dc:subject>PptxGenJS Presentation</dc:subject>
  <dc:creator>PptxGenJS</dc:creator>
  <cp:lastModifiedBy>PptxGenJS</cp:lastModifiedBy>
  <cp:revision>1</cp:revision>
  <dcterms:created xsi:type="dcterms:W3CDTF">2026-06-12T08:36:49Z</dcterms:created>
  <dcterms:modified xsi:type="dcterms:W3CDTF">2026-06-12T08:36:49Z</dcterms:modified>
</cp:coreProperties>
</file>